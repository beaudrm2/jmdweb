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61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C49C-7B66-AAB9-43E5-F235ACFF3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11EAF-1F92-A168-726E-116252438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115E3-E527-4BDE-CEDD-BBAD65E9F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B02E-44C1-4A44-BE8B-24D4EDFEAD46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4058A-972F-AFC5-47B6-FFA969E9F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21349-E1AF-E86F-33B7-7B744A7BF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445B-80F9-8744-BCF9-F0F8B29D3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47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8F8C-A383-1A56-6F53-689DB3F39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75760-8747-14EB-8818-6EE23F7D9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5C89C-1711-FE2D-E12D-6CEE7C28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B02E-44C1-4A44-BE8B-24D4EDFEAD46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21A5D-ECAD-6205-4669-46304A326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3793B-9649-B6B1-FD99-01DB02E0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445B-80F9-8744-BCF9-F0F8B29D3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524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BE8FC-9CE6-AEA5-794A-C2233473E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D037D-9F84-5F16-EFDE-3844A19D1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FA888-7EC2-7C09-B7A8-88118D13D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B02E-44C1-4A44-BE8B-24D4EDFEAD46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150E7-1305-2F77-2469-5D6DDD90B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89A3F-3B63-463C-D128-B312E0670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445B-80F9-8744-BCF9-F0F8B29D3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06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6AF5-2354-8224-A760-825DCDF4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54C70-3CF5-41BC-92C6-64C7E0ACA0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4A6FA-1523-8CC0-ACF5-7E894E7AB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4A0EC-29D9-07F9-7F5D-04A98D876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B02E-44C1-4A44-BE8B-24D4EDFEAD46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0E864-F542-E182-E8D3-92D0E84AB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FB71E-C6EB-093E-12CB-55571AE4A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445B-80F9-8744-BCF9-F0F8B29D3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47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93FEF-E3C8-64AB-C654-E5A8F91C5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C6EB9-9501-886D-CF4A-8BCFC6127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5AAABC-6CB8-766B-3303-F4FCBC36E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DED3F0-88F1-D349-8874-D7B2D3872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5048F-1855-5D67-7CDF-D0BC2F6BC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05558C-FA0A-6F9D-6165-37A3C3136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B02E-44C1-4A44-BE8B-24D4EDFEAD46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E5F1E8-6D38-280F-B42C-D01A3E3DD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926CC-7E2D-255B-A4BC-5EB595E7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445B-80F9-8744-BCF9-F0F8B29D3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9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B782F-BA95-F2CC-18FE-D93F1E9C4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61589-D425-7D0A-497C-980ED8614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B02E-44C1-4A44-BE8B-24D4EDFEAD46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70541-3A76-F53D-A636-2D8E47A82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4E9202-DDD5-2BE2-06EF-7FD5169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445B-80F9-8744-BCF9-F0F8B29D3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58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32AEB7-384F-BB2B-6BB5-D740EBFC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B02E-44C1-4A44-BE8B-24D4EDFEAD46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C118D6-C283-B1A2-627D-BD04C0787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ED094-0CDF-3262-5837-885F017EE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445B-80F9-8744-BCF9-F0F8B29D3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69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E1828-ADFC-1398-C181-230121B6D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DC79D-4A81-E4C7-1F3A-F1F20E8E5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46835-69E9-3C0A-4DAA-C3034D0A3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A4165-4604-8D43-8F23-93F269D8F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B02E-44C1-4A44-BE8B-24D4EDFEAD46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C015F-DB69-70D5-9031-A2A26A30F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30D54-40C5-FDD8-4803-681D9A99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445B-80F9-8744-BCF9-F0F8B29D3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53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A0B1-FEB1-B986-CB30-DAEFF47D5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23CB62-E934-81F0-9B4B-F5A8FE8915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65207-8B24-FB32-342C-F76204E79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6E316-B3FE-271D-E1E4-40B1350E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B02E-44C1-4A44-BE8B-24D4EDFEAD46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F2595-FBC4-7A53-0175-7933A6BA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C3727-69B1-103B-04F8-6EE8648CA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445B-80F9-8744-BCF9-F0F8B29D3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91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A31A-EF98-B41C-ECE7-B0DF08868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A43A6-C424-6DF9-9983-6292386E3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64DF-4454-8DA8-50C6-622DE621C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B02E-44C1-4A44-BE8B-24D4EDFEAD46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0F03E-5980-C90E-8167-0C13D183E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1A9D8-CAFC-25E0-75D6-645039A83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445B-80F9-8744-BCF9-F0F8B29D3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12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E3F053-3199-6921-45D4-2159814E6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A5AF4-106B-9ACE-AD4E-E6DB5A635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D3FD8-7932-10E9-FBF5-9BFBACD37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B02E-44C1-4A44-BE8B-24D4EDFEAD46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50E33-0AA1-2018-24DF-6B762B31B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704E7-1D4F-2EA4-0ED8-2E6D8FB9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445B-80F9-8744-BCF9-F0F8B29D3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55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6CCA21-AD0B-3855-B2E8-C2E1BBFB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A3D27-DB12-7C49-80C9-09D0A3546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894DA-E889-5138-2CD1-DBA06BF12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4DB02E-44C1-4A44-BE8B-24D4EDFEAD46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6AC05-0BFB-55F4-7FFC-E2E827251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1E184-10A4-0368-3C30-0735B9615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6445B-80F9-8744-BCF9-F0F8B29D3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88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6.png"/><Relationship Id="rId3" Type="http://schemas.openxmlformats.org/officeDocument/2006/relationships/image" Target="../media/image14.png"/><Relationship Id="rId21" Type="http://schemas.openxmlformats.org/officeDocument/2006/relationships/image" Target="../media/image9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5.png"/><Relationship Id="rId2" Type="http://schemas.openxmlformats.org/officeDocument/2006/relationships/image" Target="../media/image13.png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12.png"/><Relationship Id="rId5" Type="http://schemas.openxmlformats.org/officeDocument/2006/relationships/image" Target="../media/image1.png"/><Relationship Id="rId15" Type="http://schemas.openxmlformats.org/officeDocument/2006/relationships/image" Target="../media/image3.png"/><Relationship Id="rId23" Type="http://schemas.openxmlformats.org/officeDocument/2006/relationships/image" Target="../media/image11.png"/><Relationship Id="rId10" Type="http://schemas.openxmlformats.org/officeDocument/2006/relationships/image" Target="../media/image20.png"/><Relationship Id="rId19" Type="http://schemas.openxmlformats.org/officeDocument/2006/relationships/image" Target="../media/image7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4" Type="http://schemas.openxmlformats.org/officeDocument/2006/relationships/image" Target="../media/image2.png"/><Relationship Id="rId22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4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26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2.png"/><Relationship Id="rId2" Type="http://schemas.openxmlformats.org/officeDocument/2006/relationships/image" Target="../media/image31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34.png"/><Relationship Id="rId15" Type="http://schemas.openxmlformats.org/officeDocument/2006/relationships/image" Target="../media/image10.png"/><Relationship Id="rId10" Type="http://schemas.openxmlformats.org/officeDocument/2006/relationships/image" Target="../media/image6.png"/><Relationship Id="rId4" Type="http://schemas.openxmlformats.org/officeDocument/2006/relationships/image" Target="../media/image33.png"/><Relationship Id="rId9" Type="http://schemas.openxmlformats.org/officeDocument/2006/relationships/image" Target="../media/image5.png"/><Relationship Id="rId1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967DC-A55D-071C-9A6D-CCD026224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A375130-2440-1543-8BC8-C046B05996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82" t="1125" r="6895" b="4531"/>
          <a:stretch>
            <a:fillRect/>
          </a:stretch>
        </p:blipFill>
        <p:spPr>
          <a:xfrm>
            <a:off x="2743199" y="1774080"/>
            <a:ext cx="6312665" cy="319452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3408EAB-97AE-5E7B-E3E4-320C21D97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727" y="7804902"/>
            <a:ext cx="1153618" cy="250309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F30856D-BD08-2921-1986-4171DFE4F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727" y="7954902"/>
            <a:ext cx="1153618" cy="250309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12829610-BC3A-F2CD-408B-FDBBD06814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2727" y="8104902"/>
            <a:ext cx="1153618" cy="250309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25EAB7F-D1C4-972F-1F71-5867BC9C2F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2727" y="8254902"/>
            <a:ext cx="1153618" cy="250309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759D41D-EB90-C31D-98AE-A0DCA7F406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27" y="8404902"/>
            <a:ext cx="1153618" cy="250309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3DEF6F82-F7C7-B658-22B0-BEC334985D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2727" y="8554902"/>
            <a:ext cx="1153618" cy="250309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03880312-5008-3150-C678-0F8FDA77DD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72727" y="8704902"/>
            <a:ext cx="1153618" cy="2503097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4C1E4B8C-5373-B825-B021-D418C03BA5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22727" y="8854902"/>
            <a:ext cx="1153618" cy="250309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2B6D6BBF-00F1-5A78-0EBD-7D56111C2D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5556" y="7694178"/>
            <a:ext cx="2836843" cy="130743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0E1BB813-33E3-76B2-1785-DDE7CC0AF8F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85556" y="7844178"/>
            <a:ext cx="2836843" cy="1307434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8E6527A4-FABC-E8A3-F9C1-E2CAAB1155C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46756" y="4478121"/>
            <a:ext cx="2836843" cy="1307434"/>
          </a:xfrm>
          <a:prstGeom prst="rect">
            <a:avLst/>
          </a:prstGeom>
        </p:spPr>
      </p:pic>
      <p:sp>
        <p:nvSpPr>
          <p:cNvPr id="2" name="Line Callout 2 1">
            <a:extLst>
              <a:ext uri="{FF2B5EF4-FFF2-40B4-BE49-F238E27FC236}">
                <a16:creationId xmlns:a16="http://schemas.microsoft.com/office/drawing/2014/main" id="{FCF5629B-6B36-9513-EDC3-E105E915AEAA}"/>
              </a:ext>
            </a:extLst>
          </p:cNvPr>
          <p:cNvSpPr/>
          <p:nvPr/>
        </p:nvSpPr>
        <p:spPr>
          <a:xfrm>
            <a:off x="9345439" y="510157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55561"/>
              <a:gd name="adj6" fmla="val -65379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Rain % in 5 / 15 / 30 minutes</a:t>
            </a:r>
          </a:p>
        </p:txBody>
      </p:sp>
      <p:sp>
        <p:nvSpPr>
          <p:cNvPr id="3" name="Line Callout 2 2">
            <a:extLst>
              <a:ext uri="{FF2B5EF4-FFF2-40B4-BE49-F238E27FC236}">
                <a16:creationId xmlns:a16="http://schemas.microsoft.com/office/drawing/2014/main" id="{19DFBB82-2563-1D23-262D-8BA1EB3B3119}"/>
              </a:ext>
            </a:extLst>
          </p:cNvPr>
          <p:cNvSpPr/>
          <p:nvPr/>
        </p:nvSpPr>
        <p:spPr>
          <a:xfrm>
            <a:off x="10222248" y="1959050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5577"/>
              <a:gd name="adj6" fmla="val -81626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Driver behind in seconds</a:t>
            </a:r>
          </a:p>
        </p:txBody>
      </p:sp>
      <p:sp>
        <p:nvSpPr>
          <p:cNvPr id="4" name="Line Callout 2 3">
            <a:extLst>
              <a:ext uri="{FF2B5EF4-FFF2-40B4-BE49-F238E27FC236}">
                <a16:creationId xmlns:a16="http://schemas.microsoft.com/office/drawing/2014/main" id="{5918EE74-4E32-172D-A135-95EAB871D797}"/>
              </a:ext>
            </a:extLst>
          </p:cNvPr>
          <p:cNvSpPr/>
          <p:nvPr/>
        </p:nvSpPr>
        <p:spPr>
          <a:xfrm>
            <a:off x="10222248" y="3321041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500"/>
              <a:gd name="adj6" fmla="val -81626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Pit Wall screen handle</a:t>
            </a:r>
          </a:p>
        </p:txBody>
      </p:sp>
      <p:sp>
        <p:nvSpPr>
          <p:cNvPr id="6" name="Line Callout 2 5">
            <a:extLst>
              <a:ext uri="{FF2B5EF4-FFF2-40B4-BE49-F238E27FC236}">
                <a16:creationId xmlns:a16="http://schemas.microsoft.com/office/drawing/2014/main" id="{5FBEE934-E70F-7D1E-D0A9-35C6C2CA4DD5}"/>
              </a:ext>
            </a:extLst>
          </p:cNvPr>
          <p:cNvSpPr/>
          <p:nvPr/>
        </p:nvSpPr>
        <p:spPr>
          <a:xfrm>
            <a:off x="10222248" y="4564627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79808"/>
              <a:gd name="adj6" fmla="val -111707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Session Timings</a:t>
            </a:r>
          </a:p>
        </p:txBody>
      </p:sp>
      <p:sp>
        <p:nvSpPr>
          <p:cNvPr id="7" name="Line Callout 2 6">
            <a:extLst>
              <a:ext uri="{FF2B5EF4-FFF2-40B4-BE49-F238E27FC236}">
                <a16:creationId xmlns:a16="http://schemas.microsoft.com/office/drawing/2014/main" id="{BFB091AA-89AA-4899-3CAB-4368C3DAF58C}"/>
              </a:ext>
            </a:extLst>
          </p:cNvPr>
          <p:cNvSpPr/>
          <p:nvPr/>
        </p:nvSpPr>
        <p:spPr>
          <a:xfrm>
            <a:off x="8767652" y="5624173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8819"/>
              <a:gd name="adj6" fmla="val -206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Current Time</a:t>
            </a:r>
          </a:p>
        </p:txBody>
      </p:sp>
      <p:sp>
        <p:nvSpPr>
          <p:cNvPr id="8" name="Line Callout 2 7">
            <a:extLst>
              <a:ext uri="{FF2B5EF4-FFF2-40B4-BE49-F238E27FC236}">
                <a16:creationId xmlns:a16="http://schemas.microsoft.com/office/drawing/2014/main" id="{7C20A1F2-9C88-BA67-EAC6-82383194F425}"/>
              </a:ext>
            </a:extLst>
          </p:cNvPr>
          <p:cNvSpPr/>
          <p:nvPr/>
        </p:nvSpPr>
        <p:spPr>
          <a:xfrm>
            <a:off x="7076235" y="5624173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8819"/>
              <a:gd name="adj6" fmla="val -206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Penalties</a:t>
            </a:r>
          </a:p>
        </p:txBody>
      </p:sp>
      <p:sp>
        <p:nvSpPr>
          <p:cNvPr id="9" name="Line Callout 2 8">
            <a:extLst>
              <a:ext uri="{FF2B5EF4-FFF2-40B4-BE49-F238E27FC236}">
                <a16:creationId xmlns:a16="http://schemas.microsoft.com/office/drawing/2014/main" id="{0A1C356C-D04B-8E5A-7C2C-637CC9BDB458}"/>
              </a:ext>
            </a:extLst>
          </p:cNvPr>
          <p:cNvSpPr/>
          <p:nvPr/>
        </p:nvSpPr>
        <p:spPr>
          <a:xfrm flipH="1">
            <a:off x="1292213" y="5624173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0028"/>
              <a:gd name="adj6" fmla="val -36097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Track</a:t>
            </a:r>
          </a:p>
        </p:txBody>
      </p:sp>
      <p:sp>
        <p:nvSpPr>
          <p:cNvPr id="10" name="Line Callout 2 9">
            <a:extLst>
              <a:ext uri="{FF2B5EF4-FFF2-40B4-BE49-F238E27FC236}">
                <a16:creationId xmlns:a16="http://schemas.microsoft.com/office/drawing/2014/main" id="{6C8FFB4B-7C18-F54D-B4F8-DF06910EDD96}"/>
              </a:ext>
            </a:extLst>
          </p:cNvPr>
          <p:cNvSpPr/>
          <p:nvPr/>
        </p:nvSpPr>
        <p:spPr>
          <a:xfrm flipH="1">
            <a:off x="3154227" y="5624173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7830"/>
              <a:gd name="adj6" fmla="val -2065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Session Type</a:t>
            </a:r>
          </a:p>
        </p:txBody>
      </p:sp>
      <p:sp>
        <p:nvSpPr>
          <p:cNvPr id="11" name="Line Callout 2 10">
            <a:extLst>
              <a:ext uri="{FF2B5EF4-FFF2-40B4-BE49-F238E27FC236}">
                <a16:creationId xmlns:a16="http://schemas.microsoft.com/office/drawing/2014/main" id="{DF431057-A90B-4C54-1AA5-9C22F03CAFFD}"/>
              </a:ext>
            </a:extLst>
          </p:cNvPr>
          <p:cNvSpPr/>
          <p:nvPr/>
        </p:nvSpPr>
        <p:spPr>
          <a:xfrm flipH="1">
            <a:off x="5069575" y="5624173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5522"/>
              <a:gd name="adj6" fmla="val 24065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Session Timer</a:t>
            </a:r>
          </a:p>
        </p:txBody>
      </p:sp>
      <p:sp>
        <p:nvSpPr>
          <p:cNvPr id="12" name="Line Callout 2 11">
            <a:extLst>
              <a:ext uri="{FF2B5EF4-FFF2-40B4-BE49-F238E27FC236}">
                <a16:creationId xmlns:a16="http://schemas.microsoft.com/office/drawing/2014/main" id="{26B5C1DC-456B-803E-63E3-1C8FA4FFE2A0}"/>
              </a:ext>
            </a:extLst>
          </p:cNvPr>
          <p:cNvSpPr/>
          <p:nvPr/>
        </p:nvSpPr>
        <p:spPr>
          <a:xfrm flipH="1">
            <a:off x="5073247" y="510157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34345"/>
              <a:gd name="adj6" fmla="val 21646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ERS and DRS</a:t>
            </a:r>
          </a:p>
        </p:txBody>
      </p:sp>
      <p:sp>
        <p:nvSpPr>
          <p:cNvPr id="13" name="Line Callout 2 12">
            <a:extLst>
              <a:ext uri="{FF2B5EF4-FFF2-40B4-BE49-F238E27FC236}">
                <a16:creationId xmlns:a16="http://schemas.microsoft.com/office/drawing/2014/main" id="{F84357DC-7093-6ADE-3D9E-D90953826BCE}"/>
              </a:ext>
            </a:extLst>
          </p:cNvPr>
          <p:cNvSpPr/>
          <p:nvPr/>
        </p:nvSpPr>
        <p:spPr>
          <a:xfrm flipH="1">
            <a:off x="403223" y="4047653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8983"/>
              <a:gd name="adj6" fmla="val -74309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Damage % and Temps</a:t>
            </a:r>
          </a:p>
        </p:txBody>
      </p:sp>
      <p:sp>
        <p:nvSpPr>
          <p:cNvPr id="14" name="Line Callout 2 13">
            <a:extLst>
              <a:ext uri="{FF2B5EF4-FFF2-40B4-BE49-F238E27FC236}">
                <a16:creationId xmlns:a16="http://schemas.microsoft.com/office/drawing/2014/main" id="{05E25DA7-5C03-14F3-B3D2-A420AA1684BC}"/>
              </a:ext>
            </a:extLst>
          </p:cNvPr>
          <p:cNvSpPr/>
          <p:nvPr/>
        </p:nvSpPr>
        <p:spPr>
          <a:xfrm flipH="1">
            <a:off x="403223" y="2822548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8983"/>
              <a:gd name="adj6" fmla="val -74309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Tires</a:t>
            </a:r>
          </a:p>
        </p:txBody>
      </p:sp>
      <p:sp>
        <p:nvSpPr>
          <p:cNvPr id="15" name="Line Callout 2 14">
            <a:extLst>
              <a:ext uri="{FF2B5EF4-FFF2-40B4-BE49-F238E27FC236}">
                <a16:creationId xmlns:a16="http://schemas.microsoft.com/office/drawing/2014/main" id="{EDC15345-5C6D-3527-18DF-48D347C243E5}"/>
              </a:ext>
            </a:extLst>
          </p:cNvPr>
          <p:cNvSpPr/>
          <p:nvPr/>
        </p:nvSpPr>
        <p:spPr>
          <a:xfrm flipH="1">
            <a:off x="403223" y="1637410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2939"/>
              <a:gd name="adj6" fmla="val -83252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Driver Ahead</a:t>
            </a:r>
          </a:p>
        </p:txBody>
      </p:sp>
      <p:sp>
        <p:nvSpPr>
          <p:cNvPr id="16" name="Line Callout 2 15">
            <a:extLst>
              <a:ext uri="{FF2B5EF4-FFF2-40B4-BE49-F238E27FC236}">
                <a16:creationId xmlns:a16="http://schemas.microsoft.com/office/drawing/2014/main" id="{E8D4A886-F2AA-5668-2790-3B6BCE20E89A}"/>
              </a:ext>
            </a:extLst>
          </p:cNvPr>
          <p:cNvSpPr/>
          <p:nvPr/>
        </p:nvSpPr>
        <p:spPr>
          <a:xfrm flipH="1">
            <a:off x="1221570" y="510157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55693"/>
              <a:gd name="adj6" fmla="val -54786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Position and Lap</a:t>
            </a:r>
          </a:p>
        </p:txBody>
      </p:sp>
      <p:sp>
        <p:nvSpPr>
          <p:cNvPr id="17" name="Line Callout 2 16">
            <a:extLst>
              <a:ext uri="{FF2B5EF4-FFF2-40B4-BE49-F238E27FC236}">
                <a16:creationId xmlns:a16="http://schemas.microsoft.com/office/drawing/2014/main" id="{18406444-EA14-6117-7E3C-82E6C833D7CE}"/>
              </a:ext>
            </a:extLst>
          </p:cNvPr>
          <p:cNvSpPr/>
          <p:nvPr/>
        </p:nvSpPr>
        <p:spPr>
          <a:xfrm flipH="1">
            <a:off x="3308047" y="510157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35555"/>
              <a:gd name="adj6" fmla="val -32843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Brake Input</a:t>
            </a:r>
          </a:p>
        </p:txBody>
      </p:sp>
      <p:sp>
        <p:nvSpPr>
          <p:cNvPr id="18" name="Line Callout 2 17">
            <a:extLst>
              <a:ext uri="{FF2B5EF4-FFF2-40B4-BE49-F238E27FC236}">
                <a16:creationId xmlns:a16="http://schemas.microsoft.com/office/drawing/2014/main" id="{A4F770FE-5E2F-74B2-2A5A-66B58C58FBDF}"/>
              </a:ext>
            </a:extLst>
          </p:cNvPr>
          <p:cNvSpPr/>
          <p:nvPr/>
        </p:nvSpPr>
        <p:spPr>
          <a:xfrm>
            <a:off x="7207507" y="510157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86126"/>
              <a:gd name="adj6" fmla="val -45041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Race Flag</a:t>
            </a:r>
          </a:p>
        </p:txBody>
      </p:sp>
    </p:spTree>
    <p:extLst>
      <p:ext uri="{BB962C8B-B14F-4D97-AF65-F5344CB8AC3E}">
        <p14:creationId xmlns:p14="http://schemas.microsoft.com/office/powerpoint/2010/main" val="3130415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5B1926-00C6-0FA3-F111-9C3B34E5D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884" y="656938"/>
            <a:ext cx="2836843" cy="130743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77E2EFE-09D3-2686-E714-64C9026D6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537" y="4780357"/>
            <a:ext cx="2836843" cy="13074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B73E8FD-1C0F-0D48-622C-5EACB0166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380" y="3418265"/>
            <a:ext cx="2836843" cy="130743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F6C34F0-9300-B75A-1260-1EA545ADC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211" y="2056173"/>
            <a:ext cx="2836843" cy="130743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E9B780B-C381-8E26-8019-D11CA9C4A0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7211" y="656938"/>
            <a:ext cx="2836843" cy="130743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6DF4A7C-9CFD-1CE1-3741-AA79CF953A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1768" y="4778149"/>
            <a:ext cx="2836843" cy="130743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491141D-CF58-3C2B-593C-24272DBEA9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8536" y="3420007"/>
            <a:ext cx="2836843" cy="130743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7248CAF-065A-245F-97F0-6C6BE3EBC3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8537" y="2061865"/>
            <a:ext cx="2836843" cy="130743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4F0B335-8997-F26B-690D-8C21FB65C1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8538" y="656938"/>
            <a:ext cx="2836843" cy="130743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0C00B01-28FB-6972-50D7-0565ECAA9E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35883" y="4778149"/>
            <a:ext cx="2836843" cy="130743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7018D3F-B866-A64C-4542-0B28858BE39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5883" y="3418265"/>
            <a:ext cx="2836843" cy="130743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C05D651-85B2-0954-CDB1-576BA7A7BF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35884" y="2056173"/>
            <a:ext cx="2836843" cy="130743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46B4BF7-F0D0-A032-8ABB-667C6DB27B8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72727" y="7804902"/>
            <a:ext cx="1153618" cy="250309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E64CBF4-F0A6-264E-CFC9-827BEE15215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22727" y="7954902"/>
            <a:ext cx="1153618" cy="250309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962337A6-4DA5-1A4D-6337-A067AEFAB20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72727" y="8104902"/>
            <a:ext cx="1153618" cy="250309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3962072-53DD-BF22-FDBA-29ED6FB3217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22727" y="8254902"/>
            <a:ext cx="1153618" cy="250309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AFFB74E-8A1F-F75B-55EF-E2AF12C72EA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72727" y="8404902"/>
            <a:ext cx="1153618" cy="250309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87CCFFA-51AE-FE13-A3DD-9FB925D6D02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22727" y="8554902"/>
            <a:ext cx="1153618" cy="250309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7C7F571-E3B4-6874-1616-C50737D898F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72727" y="8704902"/>
            <a:ext cx="1153618" cy="2503097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1A79A1BD-EBF8-6E38-88B6-1EA617746EA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22727" y="8854902"/>
            <a:ext cx="1153618" cy="250309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32F5EF1-A1D9-A080-C592-D15703DB262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5556" y="7694178"/>
            <a:ext cx="2836843" cy="130743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DF135774-B76F-030D-9900-0C0C491B758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85556" y="7844178"/>
            <a:ext cx="2836843" cy="1307434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ADB636E1-0028-5E27-7A3D-0F88EAE8EB7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846756" y="4478121"/>
            <a:ext cx="2836843" cy="130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532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6FBE5-D7FB-D137-F5DE-ED0B1B70A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F69C95F-62FE-CF70-03D7-A906CB3194E0}"/>
              </a:ext>
            </a:extLst>
          </p:cNvPr>
          <p:cNvSpPr/>
          <p:nvPr/>
        </p:nvSpPr>
        <p:spPr>
          <a:xfrm>
            <a:off x="6636391" y="1244906"/>
            <a:ext cx="3249166" cy="43928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ED74E5A-43CC-5B0C-6436-DA1541A0A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14" y="1067006"/>
            <a:ext cx="5125005" cy="236199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FF34684-E515-3CF9-BF18-F15BA02D9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727" y="7804902"/>
            <a:ext cx="1153618" cy="250309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6960B374-8246-77BE-FF5D-E36E9D6F6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727" y="7954902"/>
            <a:ext cx="1153618" cy="250309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1F68E4F6-C524-EB9D-47EE-ED302A600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2727" y="8104902"/>
            <a:ext cx="1153618" cy="250309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0201B0E-D23C-F26A-8A46-683F919D8C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2727" y="8254902"/>
            <a:ext cx="1153618" cy="250309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4E36AC3-8B40-2832-5036-F8AC71BB82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27" y="8404902"/>
            <a:ext cx="1153618" cy="250309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4CD21810-79B8-8493-EA79-DCBFACEC18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2727" y="8554902"/>
            <a:ext cx="1153618" cy="250309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AB127BF8-46CA-C72B-FB3F-14AC335DB0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72727" y="8704902"/>
            <a:ext cx="1153618" cy="2503097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5F403BF2-BB54-FCF7-1821-CA834B8BF7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22727" y="8854902"/>
            <a:ext cx="1153618" cy="250309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DD511027-D5A8-8FEC-5884-57EC90CF91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5556" y="7694178"/>
            <a:ext cx="2836843" cy="130743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672443B0-DB73-85AD-476C-C396D302E75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85556" y="7844178"/>
            <a:ext cx="2836843" cy="1307434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F8BB539D-D613-F2F7-791B-FBE2A2FF5A8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46756" y="4478121"/>
            <a:ext cx="2836843" cy="130743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D66D9DA-3856-504D-85C4-02630FD9288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32798" y="4164293"/>
            <a:ext cx="2836843" cy="13074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9EC452-CF53-9AA6-38E1-B6A7525293B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32798" y="2775283"/>
            <a:ext cx="2836843" cy="13074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5FF182-EFB0-7BAF-A6A5-D568F4DFA89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32798" y="1386273"/>
            <a:ext cx="2836843" cy="1307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0961D4-0AD9-64BE-40B7-D7B7E30ED125}"/>
              </a:ext>
            </a:extLst>
          </p:cNvPr>
          <p:cNvSpPr txBox="1"/>
          <p:nvPr/>
        </p:nvSpPr>
        <p:spPr>
          <a:xfrm>
            <a:off x="1016187" y="3746142"/>
            <a:ext cx="3492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Screen Tap brings up Live Tracing,</a:t>
            </a:r>
          </a:p>
          <a:p>
            <a:pPr algn="ctr"/>
            <a:r>
              <a:rPr lang="en-US" dirty="0"/>
              <a:t>Another tap and you are back!</a:t>
            </a:r>
          </a:p>
        </p:txBody>
      </p:sp>
      <p:sp>
        <p:nvSpPr>
          <p:cNvPr id="9" name="Left-Up Arrow 8">
            <a:extLst>
              <a:ext uri="{FF2B5EF4-FFF2-40B4-BE49-F238E27FC236}">
                <a16:creationId xmlns:a16="http://schemas.microsoft.com/office/drawing/2014/main" id="{E69F3187-70AD-2554-B13D-A366412FDE48}"/>
              </a:ext>
            </a:extLst>
          </p:cNvPr>
          <p:cNvSpPr/>
          <p:nvPr/>
        </p:nvSpPr>
        <p:spPr>
          <a:xfrm rot="5400000">
            <a:off x="5097789" y="3415229"/>
            <a:ext cx="1145754" cy="1492252"/>
          </a:xfrm>
          <a:prstGeom prst="left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5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6BF9B-F035-914A-7C84-F3B8820B7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B262CFC-4E7D-F2F3-B559-52C30EC27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436" y="1197325"/>
            <a:ext cx="5199100" cy="23961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533324-C6AB-CED1-BA24-EE32C30D3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65" y="1197325"/>
            <a:ext cx="5199100" cy="239614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5E24949-0B90-6BFF-163C-F1CBDFC17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2727" y="7804902"/>
            <a:ext cx="1153618" cy="250309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3E3D049-8A2A-9658-6198-4751398773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2727" y="7954902"/>
            <a:ext cx="1153618" cy="250309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7CD37ED-FC99-C746-D5D7-C2E37764DB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2727" y="8104902"/>
            <a:ext cx="1153618" cy="250309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E87B001-41A5-A650-947F-3671CFC202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2727" y="8254902"/>
            <a:ext cx="1153618" cy="250309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237C2134-51A5-A386-9AC5-AF4D240C01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2727" y="8404902"/>
            <a:ext cx="1153618" cy="250309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2D15DB0-8836-9315-B86F-5C57B0089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22727" y="8554902"/>
            <a:ext cx="1153618" cy="250309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8D3D984-57F0-1AC5-F1CC-DB0D093323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72727" y="8704902"/>
            <a:ext cx="1153618" cy="2503097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2BBEED36-A590-B5E9-5064-A4BB8F988C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22727" y="8854902"/>
            <a:ext cx="1153618" cy="250309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CFAAF1C-D65F-9DC7-9829-0CAE8A51977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35556" y="7694178"/>
            <a:ext cx="2836843" cy="130743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520D78AD-1B81-D2CF-B661-85865E60CF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85556" y="7844178"/>
            <a:ext cx="2836843" cy="130743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861D2E1E-8861-128E-4D1F-67A08CCDA72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96450" y="3723830"/>
            <a:ext cx="5199100" cy="2396143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98213C49-F142-2ABC-4797-DE2DB2A52BA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846756" y="4478121"/>
            <a:ext cx="2836843" cy="13074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8863FF-472C-B6B4-EDD4-8A4BD2CB3753}"/>
              </a:ext>
            </a:extLst>
          </p:cNvPr>
          <p:cNvSpPr txBox="1"/>
          <p:nvPr/>
        </p:nvSpPr>
        <p:spPr>
          <a:xfrm>
            <a:off x="3701667" y="528810"/>
            <a:ext cx="5564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Lap Tracing with comparison and zoom in functionality</a:t>
            </a:r>
          </a:p>
        </p:txBody>
      </p:sp>
      <p:sp>
        <p:nvSpPr>
          <p:cNvPr id="4" name="Line Callout 2 3">
            <a:extLst>
              <a:ext uri="{FF2B5EF4-FFF2-40B4-BE49-F238E27FC236}">
                <a16:creationId xmlns:a16="http://schemas.microsoft.com/office/drawing/2014/main" id="{CFEE4778-CB6F-E9A5-C74F-0E492C3A3FC5}"/>
              </a:ext>
            </a:extLst>
          </p:cNvPr>
          <p:cNvSpPr/>
          <p:nvPr/>
        </p:nvSpPr>
        <p:spPr>
          <a:xfrm flipH="1">
            <a:off x="1292213" y="5624173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740"/>
              <a:gd name="adj6" fmla="val -93862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Trace Toggles</a:t>
            </a:r>
          </a:p>
        </p:txBody>
      </p:sp>
      <p:sp>
        <p:nvSpPr>
          <p:cNvPr id="6" name="Line Callout 2 5">
            <a:extLst>
              <a:ext uri="{FF2B5EF4-FFF2-40B4-BE49-F238E27FC236}">
                <a16:creationId xmlns:a16="http://schemas.microsoft.com/office/drawing/2014/main" id="{6A26EED9-25A8-6162-BB58-9937EFF15189}"/>
              </a:ext>
            </a:extLst>
          </p:cNvPr>
          <p:cNvSpPr/>
          <p:nvPr/>
        </p:nvSpPr>
        <p:spPr>
          <a:xfrm>
            <a:off x="10222248" y="4564627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2577"/>
              <a:gd name="adj6" fmla="val -154828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Reset Zoom</a:t>
            </a:r>
          </a:p>
        </p:txBody>
      </p:sp>
      <p:sp>
        <p:nvSpPr>
          <p:cNvPr id="8" name="Line Callout 2 7">
            <a:extLst>
              <a:ext uri="{FF2B5EF4-FFF2-40B4-BE49-F238E27FC236}">
                <a16:creationId xmlns:a16="http://schemas.microsoft.com/office/drawing/2014/main" id="{BF23C019-9C7F-0D00-365A-D049470A70E2}"/>
              </a:ext>
            </a:extLst>
          </p:cNvPr>
          <p:cNvSpPr/>
          <p:nvPr/>
        </p:nvSpPr>
        <p:spPr>
          <a:xfrm flipH="1">
            <a:off x="1226039" y="4094352"/>
            <a:ext cx="1354097" cy="76753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6141"/>
              <a:gd name="adj6" fmla="val -94676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Lap(s)</a:t>
            </a:r>
          </a:p>
        </p:txBody>
      </p:sp>
    </p:spTree>
    <p:extLst>
      <p:ext uri="{BB962C8B-B14F-4D97-AF65-F5344CB8AC3E}">
        <p14:creationId xmlns:p14="http://schemas.microsoft.com/office/powerpoint/2010/main" val="284164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53649-5569-36D2-920B-1089D3ED1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DC39AA0A-C42C-A658-4546-228D8FAA2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64" y="2397363"/>
            <a:ext cx="4514786" cy="20807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754C1E0-2AF8-1A04-28BA-980F895CF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500" y="2397363"/>
            <a:ext cx="4514790" cy="208076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32BF5E3-4B2F-494D-BDD6-EB9491916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499" y="175030"/>
            <a:ext cx="4514790" cy="208076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8E7A89F-FFC7-BCA7-69EC-0BD4DE3337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664" y="196954"/>
            <a:ext cx="4514786" cy="2080758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3AB73FA-CDD4-B82A-88EC-245D7B5D3C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2727" y="7804902"/>
            <a:ext cx="1153618" cy="250309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360563E3-123E-5B34-CCD0-FA55FFD7A4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2727" y="7954902"/>
            <a:ext cx="1153618" cy="250309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17BE67C-E79A-2722-6409-449FB21FB0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2727" y="8104902"/>
            <a:ext cx="1153618" cy="250309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6231422-41FF-85DD-3093-0156C21951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2727" y="8254902"/>
            <a:ext cx="1153618" cy="250309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B7E5E005-A0EF-AB62-F745-B61F7CCF3E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27" y="8404902"/>
            <a:ext cx="1153618" cy="250309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D3D13D91-5958-DD65-230B-D407844CEF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22727" y="8554902"/>
            <a:ext cx="1153618" cy="250309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2BEABC79-4527-D30C-8974-E57F7B6B89E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72727" y="8704902"/>
            <a:ext cx="1153618" cy="2503097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A07E234B-8889-573C-5970-4C8F335B170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22727" y="8854902"/>
            <a:ext cx="1153618" cy="2503097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C8490888-AEEB-53E2-1932-366E1FF8B56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80055" y="4586553"/>
            <a:ext cx="4514790" cy="208076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2525ECEC-2ACB-1F5D-4CBE-ED7C8DC05CC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35556" y="7694178"/>
            <a:ext cx="2836843" cy="130743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9D20473-165D-77B0-17D7-2941C4DF699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85556" y="7844178"/>
            <a:ext cx="2836843" cy="1307434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9C524A99-42F0-6995-11EA-A3DC342E88D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846756" y="4478121"/>
            <a:ext cx="2836843" cy="130743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074789-1A9A-46BB-573A-E6C46F46959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4659" y="4586553"/>
            <a:ext cx="4514791" cy="208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184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75</Words>
  <Application>Microsoft Macintosh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Beaudry</dc:creator>
  <cp:lastModifiedBy>Marc Beaudry</cp:lastModifiedBy>
  <cp:revision>1</cp:revision>
  <dcterms:created xsi:type="dcterms:W3CDTF">2026-06-11T00:46:02Z</dcterms:created>
  <dcterms:modified xsi:type="dcterms:W3CDTF">2026-06-11T01:20:53Z</dcterms:modified>
</cp:coreProperties>
</file>